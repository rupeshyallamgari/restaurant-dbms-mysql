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4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939800"/>
            <a:ext cx="10972526" cy="5438279"/>
          </a:xfrm>
          <a:prstGeom prst="roundRect">
            <a:avLst>
              <a:gd name="adj" fmla="val 560"/>
            </a:avLst>
          </a:prstGeom>
          <a:solidFill>
            <a:srgbClr val="F7EDD6"/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1295400"/>
            <a:ext cx="10108947" cy="1706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DESIGN AND IMPLEMENTATION OF A DATABASE MANAGEMENT SYSTEM FOR RESTAURANT TABLE RESERVATION AND FOOD SERVICE MANAGEMENT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1374" y="3317875"/>
            <a:ext cx="10108848" cy="12601"/>
          </a:xfrm>
          <a:prstGeom prst="roundRect">
            <a:avLst>
              <a:gd name="adj" fmla="val 49998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1041374" y="3836988"/>
            <a:ext cx="1010894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Presented By: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374" y="4388148"/>
            <a:ext cx="10108947" cy="107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Y. Nikhil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25WU0102306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Y. Rupesh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25WU0102305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V. Sailesh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25WU0102301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374" y="5707559"/>
            <a:ext cx="1071853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Course: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Database Management System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821614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1465957"/>
            <a:ext cx="5821515" cy="12601"/>
          </a:xfrm>
          <a:prstGeom prst="roundRect">
            <a:avLst>
              <a:gd name="adj" fmla="val 49998"/>
            </a:avLst>
          </a:prstGeom>
          <a:solidFill>
            <a:srgbClr val="F6EEDC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69170"/>
            <a:ext cx="5821614" cy="3349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Restaurants need an efficient system to manage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table reservations, customers, tables, menu items, and food orders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Traditional manual booking can result in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long waiting times, booking conflicts, and record-management issues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Database Management System can store and manage all restaurant information in a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centralized database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Our project provides a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web-based table reservation system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for convenient and organized restaurant management.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F7EDD6"/>
          </a:solidFill>
          <a:ln/>
        </p:spPr>
      </p:sp>
      <p:sp>
        <p:nvSpPr>
          <p:cNvPr id="6" name="Text 4"/>
          <p:cNvSpPr/>
          <p:nvPr/>
        </p:nvSpPr>
        <p:spPr>
          <a:xfrm>
            <a:off x="7878863" y="1838920"/>
            <a:ext cx="431283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IDEA: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78863" y="2221111"/>
            <a:ext cx="3931841" cy="2797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34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 single platform to manage restaurant reservations and food-service information efficiently.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408280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391345"/>
            <a:ext cx="640828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Problems in Existing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133898"/>
            <a:ext cx="6408180" cy="12601"/>
          </a:xfrm>
          <a:prstGeom prst="roundRect">
            <a:avLst>
              <a:gd name="adj" fmla="val 49998"/>
            </a:avLst>
          </a:prstGeom>
          <a:solidFill>
            <a:srgbClr val="F6EED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437110"/>
            <a:ext cx="6408280" cy="3167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Manual table booking is time-consuming.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Customers may not know the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current table availability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Multiple customers can accidentally book the same table.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Maintaining customer and reservation records manually is difficult.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Restaurant staff may struggle to manage reservations and food-service information.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Lack of a centralized database can lead to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 duplication and errors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84538" y="0"/>
            <a:ext cx="4107157" cy="6858000"/>
          </a:xfrm>
          <a:prstGeom prst="rect">
            <a:avLst/>
          </a:prstGeom>
          <a:solidFill>
            <a:srgbClr val="F7EDD6"/>
          </a:solidFill>
          <a:ln/>
        </p:spPr>
      </p:sp>
      <p:sp>
        <p:nvSpPr>
          <p:cNvPr id="7" name="Text 5"/>
          <p:cNvSpPr/>
          <p:nvPr/>
        </p:nvSpPr>
        <p:spPr>
          <a:xfrm>
            <a:off x="8440129" y="1104702"/>
            <a:ext cx="37515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40129" y="1486892"/>
            <a:ext cx="3395974" cy="4266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To develop a database-driven system that provides an efficient and reliable solution for restaurant table reservation and food-service management.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Objectives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391345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Main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13389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F6EED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4929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6993" y="2437110"/>
            <a:ext cx="47902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Develop an easy-to-use </a:t>
            </a:r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online table reservation website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2" y="2492970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91850" y="2437110"/>
            <a:ext cx="47902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Store customer and reservation details securely in a database.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3580011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6993" y="3524151"/>
            <a:ext cx="5018855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Display </a:t>
            </a:r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available and reserved tables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4442" y="3580011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91850" y="3524151"/>
            <a:ext cx="47902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Prevent duplicate or conflicting reservations.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585" y="4352131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993" y="4296271"/>
            <a:ext cx="5018855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Manage restaurant table and menu information.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4442" y="4352131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91850" y="4296271"/>
            <a:ext cx="47902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Maintain organized food-service and order records.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585" y="5124252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6993" y="5068391"/>
            <a:ext cx="5018855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Reduce manual work for restaurant staff.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4442" y="5124252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C8BEA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91850" y="5068391"/>
            <a:ext cx="47902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Improve the overall customer reservation experience.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9498" y="2437110"/>
            <a:ext cx="12700" cy="858441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3289201"/>
            <a:ext cx="5486263" cy="1270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9498" y="3295551"/>
            <a:ext cx="12700" cy="77212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48" y="3289201"/>
            <a:ext cx="5486263" cy="1270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5" y="4061321"/>
            <a:ext cx="5486263" cy="1270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9498" y="4067671"/>
            <a:ext cx="12700" cy="77212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4061321"/>
            <a:ext cx="5486263" cy="1270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5" y="4833441"/>
            <a:ext cx="5486263" cy="1270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9498" y="4839791"/>
            <a:ext cx="12700" cy="858441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4833441"/>
            <a:ext cx="5486263" cy="1270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1" name="Text 29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220659" cy="10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Proposed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931789"/>
            <a:ext cx="322065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Table Reservation Website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3051770"/>
            <a:ext cx="3220659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Our proposed solution is a </a:t>
            </a:r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database-driven web application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that connects customers with the restaurant reservation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4552752"/>
            <a:ext cx="383024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100" dirty="0">
                <a:solidFill>
                  <a:srgbClr val="F7EDD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BASIC WORKFLOW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5068292"/>
            <a:ext cx="3220659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Customer → Website → Select Table → Date &amp; Time → Confirm Reservation → Database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44522" y="0"/>
            <a:ext cx="3474752" cy="6858000"/>
          </a:xfrm>
          <a:prstGeom prst="rect">
            <a:avLst/>
          </a:prstGeom>
          <a:solidFill>
            <a:srgbClr val="F7EDD6"/>
          </a:solidFill>
          <a:ln/>
        </p:spPr>
      </p:sp>
      <p:sp>
        <p:nvSpPr>
          <p:cNvPr id="8" name="Text 6"/>
          <p:cNvSpPr/>
          <p:nvPr/>
        </p:nvSpPr>
        <p:spPr>
          <a:xfrm>
            <a:off x="5049314" y="304800"/>
            <a:ext cx="2865167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Customer Side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49314" y="1047353"/>
            <a:ext cx="431690" cy="12601"/>
          </a:xfrm>
          <a:prstGeom prst="roundRect">
            <a:avLst>
              <a:gd name="adj" fmla="val 49998"/>
            </a:avLst>
          </a:prstGeom>
          <a:solidFill>
            <a:srgbClr val="F6EEDC">
              <a:alpha val="2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49314" y="1350566"/>
            <a:ext cx="2865167" cy="2222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Register/Login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View available tables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date and time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Choose a table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Make a reservation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View reservation details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28760" y="304800"/>
            <a:ext cx="3058143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Admin Side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828760" y="1047353"/>
            <a:ext cx="431690" cy="12601"/>
          </a:xfrm>
          <a:prstGeom prst="roundRect">
            <a:avLst>
              <a:gd name="adj" fmla="val 49998"/>
            </a:avLst>
          </a:prstGeom>
          <a:solidFill>
            <a:srgbClr val="F6EEDC">
              <a:alpha val="2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28760" y="1350566"/>
            <a:ext cx="3058143" cy="285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Manage tables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View reservations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Manage customer information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Manage menu items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Manage food-service records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Update table availability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System Architecture &amp; Database Design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416745"/>
            <a:ext cx="5333867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110085"/>
            <a:ext cx="5333867" cy="141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 ↓ TABLE RESERVATION WEBSITE ↓ APPLICATION SERVER ↓ DBMS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CUSTOMER, RESERVATION, TABLE, MENU / FOOD ORDERS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48244" y="1416745"/>
            <a:ext cx="5333867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Main Database Tables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48244" y="2110085"/>
            <a:ext cx="5333867" cy="2222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Customer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Restaurant_Table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Reservation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Menu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Food_Order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Payment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i="1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(if implemented)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244" y="4488557"/>
            <a:ext cx="5333867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database connects these entities and allows information to be </a:t>
            </a:r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stored, updated, and retrieved efficiently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Literature Review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416745"/>
            <a:ext cx="640064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Existing Approaches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10085"/>
          <a:ext cx="6400640" cy="914400"/>
        </p:xfrm>
        <a:graphic>
          <a:graphicData uri="http://schemas.openxmlformats.org/drawingml/2006/table">
            <a:tbl>
              <a:tblPr/>
              <a:tblGrid>
                <a:gridCol w="2176210"/>
                <a:gridCol w="4224430"/>
              </a:tblGrid>
              <a:tr h="136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Manual Reservation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Reservations are recorded using registers or spreadsheets.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Difficult to track availability and maintain records.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Phone-Based Reservation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Customers contact the restaurant directly.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Staff must manually check and update table availability.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6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Basic Online Reservation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Allows customers to book tables online.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Usually focuses mainly on reservations.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3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Restaurant Management Systems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Provide advanced management features.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6EED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Can sometimes be complex or expensive for smaller restaurants.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4918" y="1416745"/>
            <a:ext cx="426719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4918" y="2110085"/>
            <a:ext cx="4267192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Many systems focus mainly on table booking. Our proposed system aims to connect </a:t>
            </a:r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reservations, customers, tables, menu items, and food-service information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through a centralized database.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Implementation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416745"/>
            <a:ext cx="455670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110085"/>
            <a:ext cx="4556706" cy="2511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the technologies that you actually implemented:</a:t>
            </a:r>
            <a:endParaRPr lang="en-US" sz="16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Frontend: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HTML, CSS, JavaScript</a:t>
            </a:r>
            <a:endParaRPr lang="en-US" sz="16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Backend: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PHP / Python / Java</a:t>
            </a:r>
            <a:endParaRPr lang="en-US" sz="1600" dirty="0"/>
          </a:p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Database: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MySQL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Server: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XAMPP / Apache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23380" y="1416745"/>
            <a:ext cx="59587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Major Modules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23380" y="2159298"/>
            <a:ext cx="5958631" cy="12601"/>
          </a:xfrm>
          <a:prstGeom prst="roundRect">
            <a:avLst>
              <a:gd name="adj" fmla="val 49998"/>
            </a:avLst>
          </a:prstGeom>
          <a:solidFill>
            <a:srgbClr val="F6EEDC"/>
          </a:solidFill>
          <a:ln/>
        </p:spPr>
      </p:sp>
      <p:sp>
        <p:nvSpPr>
          <p:cNvPr id="7" name="Text 5"/>
          <p:cNvSpPr/>
          <p:nvPr/>
        </p:nvSpPr>
        <p:spPr>
          <a:xfrm>
            <a:off x="5623380" y="2376785"/>
            <a:ext cx="5958731" cy="260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Customer Module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Table Management Module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Reservation Module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Menu Management Module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Font typeface="+mj-lt"/>
              <a:buAutoNum type="arabicPeriod" startAt="5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Food-Service / Order Module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Font typeface="+mj-lt"/>
              <a:buAutoNum type="arabicPeriod" startAt="6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Admin Module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Font typeface="+mj-lt"/>
              <a:buAutoNum type="arabicPeriod" startAt="7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Database Management 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Results &amp; Advantages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391345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Expected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084685"/>
            <a:ext cx="5333867" cy="107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Faster and easier table booking.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Accurate table availability.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Reduced chances of double booking.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48244" y="2084685"/>
            <a:ext cx="5333867" cy="107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Centralized customer and reservation records.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Easier management of restaurant tables.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Better organization of food-service information.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619996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9585" y="4313337"/>
            <a:ext cx="3428914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C8BEA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 Customers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9585" y="4898132"/>
            <a:ext cx="3428914" cy="107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Convenient online reservation.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Less waiting time.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Easy table selection.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95688" y="4313337"/>
            <a:ext cx="32003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C8BEA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 Restaurant Staff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95688" y="4898132"/>
            <a:ext cx="3200320" cy="107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Easier reservation tracking.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Organized customer records.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Reduced manual work.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53196" y="4313337"/>
            <a:ext cx="3428914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C8BEA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 Management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53196" y="4898132"/>
            <a:ext cx="3428914" cy="107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Centralized database.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Faster information retrieval.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Better restaurant operations.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0743" y="4313337"/>
            <a:ext cx="12700" cy="1662906"/>
          </a:xfrm>
          <a:prstGeom prst="rect">
            <a:avLst/>
          </a:prstGeom>
          <a:solidFill>
            <a:srgbClr val="F6EEDC">
              <a:alpha val="2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18252" y="4313337"/>
            <a:ext cx="12700" cy="1662906"/>
          </a:xfrm>
          <a:prstGeom prst="rect">
            <a:avLst/>
          </a:prstGeom>
          <a:solidFill>
            <a:srgbClr val="F6EEDC">
              <a:alpha val="2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821614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100" dirty="0">
                <a:solidFill>
                  <a:srgbClr val="F6EEDC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1465957"/>
            <a:ext cx="5821515" cy="12601"/>
          </a:xfrm>
          <a:prstGeom prst="roundRect">
            <a:avLst>
              <a:gd name="adj" fmla="val 49998"/>
            </a:avLst>
          </a:prstGeom>
          <a:solidFill>
            <a:srgbClr val="F6EEDC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69170"/>
            <a:ext cx="5821614" cy="3730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proposed system provides an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efficient web-based solution for restaurant table reservations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DBMS organizes customer, table, reservation, menu, and food-service information in a centralized database.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It helps reduce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manual errors, booking conflicts, and waiting time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system improves both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customer convenience and restaurant management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Future versions can include 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F6EED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online payment, SMS/email notifications, food pre-ordering, customer reviews, and analytics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F6EED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F7EDD6"/>
          </a:solidFill>
          <a:ln/>
        </p:spPr>
      </p:sp>
      <p:sp>
        <p:nvSpPr>
          <p:cNvPr id="6" name="Text 4"/>
          <p:cNvSpPr/>
          <p:nvPr/>
        </p:nvSpPr>
        <p:spPr>
          <a:xfrm>
            <a:off x="7929662" y="2977257"/>
            <a:ext cx="42620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120" kern="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FINAL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9662" y="3359448"/>
            <a:ext cx="3830244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100" dirty="0">
                <a:solidFill>
                  <a:srgbClr val="000000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Final Statement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100" dirty="0">
                <a:solidFill>
                  <a:srgbClr val="F6EED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2026-10-05T15:10:50Z</dcterms:created>
  <dcterms:modified xsi:type="dcterms:W3CDTF">2026-10-05T15:10:50Z</dcterms:modified>
</cp:coreProperties>
</file>